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-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2104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89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6925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444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53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05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58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40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32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808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156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50092-6C15-48D6-8693-8724DD1A879D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57E51-0682-425B-8C2E-3B77DD0AF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56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1" y="0"/>
            <a:ext cx="10950677" cy="6858000"/>
          </a:xfrm>
          <a:prstGeom prst="rect">
            <a:avLst/>
          </a:prstGeom>
        </p:spPr>
      </p:pic>
      <p:pic>
        <p:nvPicPr>
          <p:cNvPr id="6" name="圖片 5" descr="畫面剪輯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44" t="11852" r="616" b="32716"/>
          <a:stretch/>
        </p:blipFill>
        <p:spPr>
          <a:xfrm>
            <a:off x="5398713" y="838200"/>
            <a:ext cx="6082085" cy="3801533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083733" y="4639733"/>
            <a:ext cx="1684868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 smtClean="0"/>
              <a:t>基本的 </a:t>
            </a:r>
            <a:r>
              <a:rPr lang="en-US" altLang="zh-TW" dirty="0" smtClean="0"/>
              <a:t>item</a:t>
            </a:r>
            <a:endParaRPr lang="zh-TW" altLang="en-US" dirty="0"/>
          </a:p>
        </p:txBody>
      </p:sp>
      <p:pic>
        <p:nvPicPr>
          <p:cNvPr id="9" name="圖片 8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552" y="873646"/>
            <a:ext cx="2229161" cy="3766088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3281834" y="4639733"/>
            <a:ext cx="1684868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 smtClean="0"/>
              <a:t>巨集的</a:t>
            </a:r>
            <a:r>
              <a:rPr lang="en-US" altLang="zh-TW" dirty="0" smtClean="0"/>
              <a:t>xml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008101" y="4632326"/>
            <a:ext cx="2619432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 smtClean="0"/>
              <a:t>巨集的</a:t>
            </a:r>
            <a:r>
              <a:rPr lang="zh-TW" altLang="en-US" dirty="0"/>
              <a:t>裡面的測項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222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548641" y="1612780"/>
            <a:ext cx="3139440" cy="329844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ea typeface="+mj-ea"/>
              </a:rPr>
              <a:t>SMS</a:t>
            </a:r>
          </a:p>
        </p:txBody>
      </p:sp>
      <p:sp>
        <p:nvSpPr>
          <p:cNvPr id="5" name="圓角矩形 4"/>
          <p:cNvSpPr/>
          <p:nvPr/>
        </p:nvSpPr>
        <p:spPr>
          <a:xfrm>
            <a:off x="4629255" y="2631097"/>
            <a:ext cx="990348" cy="104050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6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02660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Lucida Console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YiQuan YQ Huang 黃義權</dc:creator>
  <cp:lastModifiedBy>YiQuan YQ Huang 黃義權</cp:lastModifiedBy>
  <cp:revision>6</cp:revision>
  <dcterms:created xsi:type="dcterms:W3CDTF">2023-09-05T06:06:11Z</dcterms:created>
  <dcterms:modified xsi:type="dcterms:W3CDTF">2023-09-05T07:41:59Z</dcterms:modified>
</cp:coreProperties>
</file>