
<file path=[Content_Types].xml><?xml version="1.0" encoding="utf-8"?>
<Types xmlns="http://schemas.openxmlformats.org/package/2006/content-types"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73" d="100"/>
          <a:sy n="73" d="100"/>
        </p:scale>
        <p:origin x="78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4AA62-48A8-4B59-9AE9-BDDBDEDE5C6E}" type="datetimeFigureOut">
              <a:rPr lang="zh-TW" altLang="en-US" smtClean="0"/>
              <a:t>2023/12/11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7A372-273E-486E-BBF6-17270786DE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32180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4AA62-48A8-4B59-9AE9-BDDBDEDE5C6E}" type="datetimeFigureOut">
              <a:rPr lang="zh-TW" altLang="en-US" smtClean="0"/>
              <a:t>2023/12/11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7A372-273E-486E-BBF6-17270786DE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29948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4AA62-48A8-4B59-9AE9-BDDBDEDE5C6E}" type="datetimeFigureOut">
              <a:rPr lang="zh-TW" altLang="en-US" smtClean="0"/>
              <a:t>2023/12/11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7A372-273E-486E-BBF6-17270786DE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7202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4AA62-48A8-4B59-9AE9-BDDBDEDE5C6E}" type="datetimeFigureOut">
              <a:rPr lang="zh-TW" altLang="en-US" smtClean="0"/>
              <a:t>2023/12/11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7A372-273E-486E-BBF6-17270786DE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118419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4AA62-48A8-4B59-9AE9-BDDBDEDE5C6E}" type="datetimeFigureOut">
              <a:rPr lang="zh-TW" altLang="en-US" smtClean="0"/>
              <a:t>2023/12/11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7A372-273E-486E-BBF6-17270786DE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28355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4AA62-48A8-4B59-9AE9-BDDBDEDE5C6E}" type="datetimeFigureOut">
              <a:rPr lang="zh-TW" altLang="en-US" smtClean="0"/>
              <a:t>2023/12/11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7A372-273E-486E-BBF6-17270786DE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92337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4AA62-48A8-4B59-9AE9-BDDBDEDE5C6E}" type="datetimeFigureOut">
              <a:rPr lang="zh-TW" altLang="en-US" smtClean="0"/>
              <a:t>2023/12/11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7A372-273E-486E-BBF6-17270786DE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5445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4AA62-48A8-4B59-9AE9-BDDBDEDE5C6E}" type="datetimeFigureOut">
              <a:rPr lang="zh-TW" altLang="en-US" smtClean="0"/>
              <a:t>2023/12/11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7A372-273E-486E-BBF6-17270786DE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237073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4AA62-48A8-4B59-9AE9-BDDBDEDE5C6E}" type="datetimeFigureOut">
              <a:rPr lang="zh-TW" altLang="en-US" smtClean="0"/>
              <a:t>2023/12/11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7A372-273E-486E-BBF6-17270786DE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53378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4AA62-48A8-4B59-9AE9-BDDBDEDE5C6E}" type="datetimeFigureOut">
              <a:rPr lang="zh-TW" altLang="en-US" smtClean="0"/>
              <a:t>2023/12/11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7A372-273E-486E-BBF6-17270786DE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47860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4AA62-48A8-4B59-9AE9-BDDBDEDE5C6E}" type="datetimeFigureOut">
              <a:rPr lang="zh-TW" altLang="en-US" smtClean="0"/>
              <a:t>2023/12/11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7A372-273E-486E-BBF6-17270786DE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7201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E4AA62-48A8-4B59-9AE9-BDDBDEDE5C6E}" type="datetimeFigureOut">
              <a:rPr lang="zh-TW" altLang="en-US" smtClean="0"/>
              <a:t>2023/12/11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A7A372-273E-486E-BBF6-17270786DE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3249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mp"/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mp"/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mp"/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745950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內容版面配置區 3" descr="畫面剪輯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48"/>
          <a:stretch/>
        </p:blipFill>
        <p:spPr>
          <a:xfrm>
            <a:off x="728554" y="548640"/>
            <a:ext cx="10734891" cy="6309360"/>
          </a:xfrm>
        </p:spPr>
      </p:pic>
      <p:sp>
        <p:nvSpPr>
          <p:cNvPr id="5" name="橢圓 4"/>
          <p:cNvSpPr/>
          <p:nvPr/>
        </p:nvSpPr>
        <p:spPr>
          <a:xfrm>
            <a:off x="638828" y="1479615"/>
            <a:ext cx="601250" cy="601250"/>
          </a:xfrm>
          <a:prstGeom prst="ellipse">
            <a:avLst/>
          </a:prstGeom>
          <a:noFill/>
          <a:ln/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圓角矩形 5"/>
          <p:cNvSpPr/>
          <p:nvPr/>
        </p:nvSpPr>
        <p:spPr>
          <a:xfrm>
            <a:off x="1427967" y="4004707"/>
            <a:ext cx="1503123" cy="585755"/>
          </a:xfrm>
          <a:prstGeom prst="roundRect">
            <a:avLst/>
          </a:prstGeom>
          <a:noFill/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向右箭號 6"/>
          <p:cNvSpPr/>
          <p:nvPr/>
        </p:nvSpPr>
        <p:spPr>
          <a:xfrm>
            <a:off x="3091884" y="4004707"/>
            <a:ext cx="1077238" cy="533585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/>
          <p:cNvSpPr txBox="1"/>
          <p:nvPr/>
        </p:nvSpPr>
        <p:spPr>
          <a:xfrm>
            <a:off x="1382964" y="4773977"/>
            <a:ext cx="1593128" cy="369332"/>
          </a:xfrm>
          <a:prstGeom prst="rect">
            <a:avLst/>
          </a:prstGeom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TW" dirty="0" smtClean="0">
                <a:latin typeface="Arial Rounded MT Bold" panose="020F0704030504030204" pitchFamily="34" charset="0"/>
              </a:rPr>
              <a:t>Double Click</a:t>
            </a:r>
            <a:endParaRPr lang="zh-TW" altLang="en-US" dirty="0">
              <a:latin typeface="Arial Rounded MT Bold" panose="020F0704030504030204" pitchFamily="34" charset="0"/>
            </a:endParaRPr>
          </a:p>
        </p:txBody>
      </p:sp>
      <p:sp>
        <p:nvSpPr>
          <p:cNvPr id="9" name="橢圓 8"/>
          <p:cNvSpPr/>
          <p:nvPr/>
        </p:nvSpPr>
        <p:spPr>
          <a:xfrm>
            <a:off x="8955513" y="1640456"/>
            <a:ext cx="880817" cy="880817"/>
          </a:xfrm>
          <a:prstGeom prst="ellipse">
            <a:avLst/>
          </a:prstGeom>
          <a:noFill/>
          <a:ln/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/>
          <p:cNvSpPr txBox="1"/>
          <p:nvPr/>
        </p:nvSpPr>
        <p:spPr>
          <a:xfrm>
            <a:off x="8633917" y="2742185"/>
            <a:ext cx="1524007" cy="369332"/>
          </a:xfrm>
          <a:prstGeom prst="rect">
            <a:avLst/>
          </a:prstGeom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TW" dirty="0" smtClean="0">
                <a:latin typeface="Arial Rounded MT Bold" panose="020F0704030504030204" pitchFamily="34" charset="0"/>
              </a:rPr>
              <a:t>Saving Files</a:t>
            </a:r>
            <a:endParaRPr lang="zh-TW" altLang="en-US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05807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6" name="內容版面配置區 5" descr="畫面剪輯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648"/>
          <a:stretch/>
        </p:blipFill>
        <p:spPr>
          <a:xfrm>
            <a:off x="345654" y="338999"/>
            <a:ext cx="11222697" cy="4846955"/>
          </a:xfrm>
        </p:spPr>
      </p:pic>
      <p:sp>
        <p:nvSpPr>
          <p:cNvPr id="7" name="橢圓 6"/>
          <p:cNvSpPr/>
          <p:nvPr/>
        </p:nvSpPr>
        <p:spPr>
          <a:xfrm>
            <a:off x="236950" y="1390063"/>
            <a:ext cx="601250" cy="601250"/>
          </a:xfrm>
          <a:prstGeom prst="ellipse">
            <a:avLst/>
          </a:prstGeom>
          <a:noFill/>
          <a:ln/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橢圓 7"/>
          <p:cNvSpPr/>
          <p:nvPr/>
        </p:nvSpPr>
        <p:spPr>
          <a:xfrm>
            <a:off x="742047" y="1716814"/>
            <a:ext cx="601250" cy="601250"/>
          </a:xfrm>
          <a:prstGeom prst="ellipse">
            <a:avLst/>
          </a:prstGeom>
          <a:noFill/>
          <a:ln/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橢圓 8"/>
          <p:cNvSpPr/>
          <p:nvPr/>
        </p:nvSpPr>
        <p:spPr>
          <a:xfrm>
            <a:off x="4225476" y="1115564"/>
            <a:ext cx="601250" cy="601250"/>
          </a:xfrm>
          <a:prstGeom prst="ellipse">
            <a:avLst/>
          </a:prstGeom>
          <a:noFill/>
          <a:ln/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圓角矩形 10"/>
          <p:cNvSpPr/>
          <p:nvPr/>
        </p:nvSpPr>
        <p:spPr>
          <a:xfrm>
            <a:off x="1571658" y="2181940"/>
            <a:ext cx="9388078" cy="3030140"/>
          </a:xfrm>
          <a:prstGeom prst="roundRect">
            <a:avLst/>
          </a:prstGeom>
          <a:noFill/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/>
          <p:cNvSpPr txBox="1"/>
          <p:nvPr/>
        </p:nvSpPr>
        <p:spPr>
          <a:xfrm>
            <a:off x="3724729" y="650438"/>
            <a:ext cx="1524007" cy="369332"/>
          </a:xfrm>
          <a:prstGeom prst="rect">
            <a:avLst/>
          </a:prstGeom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TW" dirty="0" smtClean="0">
                <a:latin typeface="Arial Rounded MT Bold" panose="020F0704030504030204" pitchFamily="34" charset="0"/>
              </a:rPr>
              <a:t>Saving Files</a:t>
            </a:r>
            <a:endParaRPr lang="zh-TW" altLang="en-US" dirty="0">
              <a:latin typeface="Arial Rounded MT Bold" panose="020F0704030504030204" pitchFamily="34" charset="0"/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5919633" y="1532148"/>
            <a:ext cx="2829942" cy="369332"/>
          </a:xfrm>
          <a:prstGeom prst="rect">
            <a:avLst/>
          </a:prstGeom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TW" dirty="0" smtClean="0">
                <a:latin typeface="Arial Rounded MT Bold" panose="020F0704030504030204" pitchFamily="34" charset="0"/>
              </a:rPr>
              <a:t>Set runtime parameters</a:t>
            </a:r>
            <a:endParaRPr lang="zh-TW" altLang="en-US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67554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 descr="畫面剪輯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471" r="28787"/>
          <a:stretch/>
        </p:blipFill>
        <p:spPr>
          <a:xfrm>
            <a:off x="601935" y="2695003"/>
            <a:ext cx="5691806" cy="3803010"/>
          </a:xfrm>
          <a:prstGeom prst="rect">
            <a:avLst/>
          </a:prstGeom>
        </p:spPr>
      </p:pic>
      <p:sp>
        <p:nvSpPr>
          <p:cNvPr id="8" name="圓角矩形 7"/>
          <p:cNvSpPr/>
          <p:nvPr/>
        </p:nvSpPr>
        <p:spPr>
          <a:xfrm>
            <a:off x="1944715" y="2764100"/>
            <a:ext cx="1503123" cy="585755"/>
          </a:xfrm>
          <a:prstGeom prst="roundRect">
            <a:avLst/>
          </a:prstGeom>
          <a:noFill/>
          <a:ln w="28575">
            <a:prstDash val="dash"/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向右箭號 8"/>
          <p:cNvSpPr/>
          <p:nvPr/>
        </p:nvSpPr>
        <p:spPr>
          <a:xfrm rot="5400000">
            <a:off x="1614736" y="4028170"/>
            <a:ext cx="2163076" cy="1136677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圓角矩形圖說文字 10"/>
          <p:cNvSpPr/>
          <p:nvPr/>
        </p:nvSpPr>
        <p:spPr>
          <a:xfrm>
            <a:off x="6019421" y="1359284"/>
            <a:ext cx="6026374" cy="4111771"/>
          </a:xfrm>
          <a:prstGeom prst="wedgeRoundRectCallout">
            <a:avLst>
              <a:gd name="adj1" fmla="val -73689"/>
              <a:gd name="adj2" fmla="val -9182"/>
              <a:gd name="adj3" fmla="val 16667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0" name="內容版面配置區 9" descr="畫面剪輯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6708" y="1720134"/>
            <a:ext cx="5393956" cy="3496892"/>
          </a:xfrm>
        </p:spPr>
      </p:pic>
      <p:sp>
        <p:nvSpPr>
          <p:cNvPr id="12" name="文字方塊 11"/>
          <p:cNvSpPr txBox="1"/>
          <p:nvPr/>
        </p:nvSpPr>
        <p:spPr>
          <a:xfrm>
            <a:off x="1520921" y="2243114"/>
            <a:ext cx="2350708" cy="369332"/>
          </a:xfrm>
          <a:prstGeom prst="rect">
            <a:avLst/>
          </a:prstGeom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TW" dirty="0" smtClean="0">
                <a:latin typeface="Arial Rounded MT Bold" panose="020F0704030504030204" pitchFamily="34" charset="0"/>
              </a:rPr>
              <a:t>View script content</a:t>
            </a:r>
            <a:endParaRPr lang="zh-TW" altLang="en-US" dirty="0">
              <a:latin typeface="Arial Rounded MT Bold" panose="020F0704030504030204" pitchFamily="34" charset="0"/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4627130" y="2243114"/>
            <a:ext cx="1554447" cy="369332"/>
          </a:xfrm>
          <a:prstGeom prst="rect">
            <a:avLst/>
          </a:prstGeom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TW" dirty="0" smtClean="0">
                <a:latin typeface="Arial Rounded MT Bold" panose="020F0704030504030204" pitchFamily="34" charset="0"/>
              </a:rPr>
              <a:t>Load Script</a:t>
            </a:r>
            <a:endParaRPr lang="zh-TW" altLang="en-US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0069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內容版面配置區 3" descr="畫面剪輯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542" y="101079"/>
            <a:ext cx="11121258" cy="6547666"/>
          </a:xfrm>
        </p:spPr>
      </p:pic>
      <p:sp>
        <p:nvSpPr>
          <p:cNvPr id="5" name="橢圓 4"/>
          <p:cNvSpPr/>
          <p:nvPr/>
        </p:nvSpPr>
        <p:spPr>
          <a:xfrm>
            <a:off x="198128" y="1027906"/>
            <a:ext cx="601250" cy="601250"/>
          </a:xfrm>
          <a:prstGeom prst="ellipse">
            <a:avLst/>
          </a:prstGeom>
          <a:noFill/>
          <a:ln/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橢圓 5"/>
          <p:cNvSpPr/>
          <p:nvPr/>
        </p:nvSpPr>
        <p:spPr>
          <a:xfrm>
            <a:off x="664954" y="2011072"/>
            <a:ext cx="601250" cy="601250"/>
          </a:xfrm>
          <a:prstGeom prst="ellipse">
            <a:avLst/>
          </a:prstGeom>
          <a:noFill/>
          <a:ln/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橢圓 6"/>
          <p:cNvSpPr/>
          <p:nvPr/>
        </p:nvSpPr>
        <p:spPr>
          <a:xfrm>
            <a:off x="1927697" y="3374912"/>
            <a:ext cx="601250" cy="601250"/>
          </a:xfrm>
          <a:prstGeom prst="ellipse">
            <a:avLst/>
          </a:prstGeom>
          <a:noFill/>
          <a:ln/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圓角矩形圖說文字 7"/>
          <p:cNvSpPr/>
          <p:nvPr/>
        </p:nvSpPr>
        <p:spPr>
          <a:xfrm>
            <a:off x="5065835" y="0"/>
            <a:ext cx="6566885" cy="4480560"/>
          </a:xfrm>
          <a:prstGeom prst="wedgeRoundRectCallout">
            <a:avLst>
              <a:gd name="adj1" fmla="val -70108"/>
              <a:gd name="adj2" fmla="val 22305"/>
              <a:gd name="adj3" fmla="val 16667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9" name="圖片 8" descr="畫面剪輯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3252" y="330314"/>
            <a:ext cx="5807881" cy="3791922"/>
          </a:xfrm>
          <a:prstGeom prst="rect">
            <a:avLst/>
          </a:prstGeom>
        </p:spPr>
      </p:pic>
      <p:sp>
        <p:nvSpPr>
          <p:cNvPr id="12" name="文字方塊 11"/>
          <p:cNvSpPr txBox="1"/>
          <p:nvPr/>
        </p:nvSpPr>
        <p:spPr>
          <a:xfrm>
            <a:off x="1643694" y="4122236"/>
            <a:ext cx="1169255" cy="382788"/>
          </a:xfrm>
          <a:prstGeom prst="rect">
            <a:avLst/>
          </a:prstGeom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TW" dirty="0" smtClean="0">
                <a:latin typeface="Arial Rounded MT Bold" panose="020F0704030504030204" pitchFamily="34" charset="0"/>
              </a:rPr>
              <a:t>Execute</a:t>
            </a:r>
            <a:endParaRPr lang="zh-TW" altLang="en-US" dirty="0">
              <a:latin typeface="Arial Rounded MT Bold" panose="020F0704030504030204" pitchFamily="34" charset="0"/>
            </a:endParaRPr>
          </a:p>
        </p:txBody>
      </p:sp>
      <p:sp>
        <p:nvSpPr>
          <p:cNvPr id="14" name="圓角矩形 13"/>
          <p:cNvSpPr/>
          <p:nvPr/>
        </p:nvSpPr>
        <p:spPr>
          <a:xfrm>
            <a:off x="3063648" y="1272193"/>
            <a:ext cx="1751488" cy="682541"/>
          </a:xfrm>
          <a:prstGeom prst="roundRect">
            <a:avLst/>
          </a:prstGeom>
          <a:noFill/>
          <a:ln w="28575">
            <a:prstDash val="dash"/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文字方塊 15"/>
          <p:cNvSpPr txBox="1"/>
          <p:nvPr/>
        </p:nvSpPr>
        <p:spPr>
          <a:xfrm>
            <a:off x="3939392" y="2571359"/>
            <a:ext cx="1554447" cy="369332"/>
          </a:xfrm>
          <a:prstGeom prst="rect">
            <a:avLst/>
          </a:prstGeom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TW" dirty="0" smtClean="0">
                <a:latin typeface="Arial Rounded MT Bold" panose="020F0704030504030204" pitchFamily="34" charset="0"/>
              </a:rPr>
              <a:t>Load Script</a:t>
            </a:r>
            <a:endParaRPr lang="zh-TW" altLang="en-US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91504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內容版面配置區 3" descr="畫面剪輯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95"/>
          <a:stretch/>
        </p:blipFill>
        <p:spPr>
          <a:xfrm>
            <a:off x="449774" y="239824"/>
            <a:ext cx="10157266" cy="6618176"/>
          </a:xfrm>
        </p:spPr>
      </p:pic>
      <p:sp>
        <p:nvSpPr>
          <p:cNvPr id="6" name="圓角矩形圖說文字 5"/>
          <p:cNvSpPr/>
          <p:nvPr/>
        </p:nvSpPr>
        <p:spPr>
          <a:xfrm>
            <a:off x="5231315" y="731519"/>
            <a:ext cx="6566885" cy="4480560"/>
          </a:xfrm>
          <a:prstGeom prst="wedgeRoundRectCallout">
            <a:avLst>
              <a:gd name="adj1" fmla="val -70108"/>
              <a:gd name="adj2" fmla="val 22305"/>
              <a:gd name="adj3" fmla="val 16667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5" name="圖片 4" descr="畫面剪輯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36"/>
          <a:stretch/>
        </p:blipFill>
        <p:spPr>
          <a:xfrm>
            <a:off x="5732996" y="953879"/>
            <a:ext cx="5396558" cy="4035839"/>
          </a:xfrm>
          <a:prstGeom prst="rect">
            <a:avLst/>
          </a:prstGeom>
        </p:spPr>
      </p:pic>
      <p:sp>
        <p:nvSpPr>
          <p:cNvPr id="7" name="橢圓 6"/>
          <p:cNvSpPr/>
          <p:nvPr/>
        </p:nvSpPr>
        <p:spPr>
          <a:xfrm>
            <a:off x="2332766" y="4242395"/>
            <a:ext cx="601250" cy="601250"/>
          </a:xfrm>
          <a:prstGeom prst="ellipse">
            <a:avLst/>
          </a:prstGeom>
          <a:noFill/>
          <a:ln/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/>
          <p:cNvSpPr txBox="1"/>
          <p:nvPr/>
        </p:nvSpPr>
        <p:spPr>
          <a:xfrm>
            <a:off x="1927416" y="3673744"/>
            <a:ext cx="1169255" cy="382788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TW" dirty="0" smtClean="0">
                <a:latin typeface="Arial Rounded MT Bold" panose="020F0704030504030204" pitchFamily="34" charset="0"/>
              </a:rPr>
              <a:t>Execute</a:t>
            </a:r>
            <a:endParaRPr lang="zh-TW" altLang="en-US" dirty="0">
              <a:latin typeface="Arial Rounded MT Bold" panose="020F0704030504030204" pitchFamily="34" charset="0"/>
            </a:endParaRPr>
          </a:p>
        </p:txBody>
      </p:sp>
      <p:sp>
        <p:nvSpPr>
          <p:cNvPr id="9" name="圓角矩形 8"/>
          <p:cNvSpPr/>
          <p:nvPr/>
        </p:nvSpPr>
        <p:spPr>
          <a:xfrm>
            <a:off x="1899582" y="4871510"/>
            <a:ext cx="3377812" cy="585755"/>
          </a:xfrm>
          <a:prstGeom prst="roundRect">
            <a:avLst/>
          </a:prstGeom>
          <a:noFill/>
          <a:ln w="28575">
            <a:prstDash val="dash"/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/>
          <p:cNvSpPr txBox="1"/>
          <p:nvPr/>
        </p:nvSpPr>
        <p:spPr>
          <a:xfrm>
            <a:off x="2318648" y="5603634"/>
            <a:ext cx="2539680" cy="369332"/>
          </a:xfrm>
          <a:prstGeom prst="rect">
            <a:avLst/>
          </a:prstGeom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TW" dirty="0" smtClean="0">
                <a:latin typeface="Arial Rounded MT Bold" panose="020F0704030504030204" pitchFamily="34" charset="0"/>
              </a:rPr>
              <a:t>Save Output Data As</a:t>
            </a:r>
            <a:endParaRPr lang="zh-TW" altLang="en-US" dirty="0">
              <a:latin typeface="Arial Rounded MT Bold" panose="020F0704030504030204" pitchFamily="34" charset="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3807123" y="3286109"/>
            <a:ext cx="1554447" cy="369332"/>
          </a:xfrm>
          <a:prstGeom prst="rect">
            <a:avLst/>
          </a:prstGeom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TW" dirty="0" smtClean="0">
                <a:latin typeface="Arial Rounded MT Bold" panose="020F0704030504030204" pitchFamily="34" charset="0"/>
              </a:rPr>
              <a:t>Load Script</a:t>
            </a:r>
            <a:endParaRPr lang="zh-TW" altLang="en-US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71632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24</Words>
  <Application>Microsoft Office PowerPoint</Application>
  <PresentationFormat>寬螢幕</PresentationFormat>
  <Paragraphs>11</Paragraphs>
  <Slides>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2" baseType="lpstr">
      <vt:lpstr>新細明體</vt:lpstr>
      <vt:lpstr>Arial</vt:lpstr>
      <vt:lpstr>Arial Rounded MT Bold</vt:lpstr>
      <vt:lpstr>Calibri</vt:lpstr>
      <vt:lpstr>Calibri Light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黃義權</dc:creator>
  <cp:lastModifiedBy>黃義權</cp:lastModifiedBy>
  <cp:revision>6</cp:revision>
  <dcterms:created xsi:type="dcterms:W3CDTF">2023-12-11T13:42:34Z</dcterms:created>
  <dcterms:modified xsi:type="dcterms:W3CDTF">2023-12-11T15:41:45Z</dcterms:modified>
</cp:coreProperties>
</file>